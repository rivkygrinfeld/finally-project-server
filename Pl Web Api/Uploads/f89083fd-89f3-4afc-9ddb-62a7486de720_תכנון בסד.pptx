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4796-2DA2-DFC0-01FC-6C56AA27F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E8683-101F-1FC1-90D0-93B6F4478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54933-2825-29B6-80FA-308B296F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E4DAC-3B1D-3FB1-2241-6BB8BF010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FB4D9-DE1C-5C06-8779-C6083201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3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9A82-89E0-C020-DF51-35356AE7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A37DA-43CD-3362-4999-672C4F255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9C46E-95AF-ED8E-C221-88177269A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03C6D-0D83-BD71-2C78-9513B0FB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87DBE-740E-F82F-5D5C-DF748777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7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21F0-78E9-B8CB-57AD-F33132241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2FA00-AE6A-77BE-57C5-1A87B65BB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B375-F1BA-33BE-135C-CBACCA3D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69F7D-2A32-735B-5F00-D5E05EC1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B44AA-883A-A543-54DD-8C112D8C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3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D49E-72F8-B97B-A824-4DF02AD22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F7871-83CA-A8B1-B053-4173B4BB1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03027-EAB8-8AC5-EF3A-F59BC6EAB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8FD4B-7B8D-2570-12C3-71ED3301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7F12E-D985-A007-1B59-6582A54B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07758-45F0-2FE6-6486-D741ACE9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0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D685-9424-C993-1020-EAEAB51F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01416-793B-2FB7-DC0F-04EF072D7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534D2-5530-6315-8D6E-10955846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EF9854-52DA-15E9-E323-BFB0333FA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BCDF9-D2B6-EC33-E897-03B81301A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A8ECFA-DAFA-7AE8-65D1-8FF1B49E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9CFA09-15E9-BDAC-A35A-4FB5A2B2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AB42D-70E4-18A9-1F1F-97864791D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D650-601E-4BE8-8D51-FDF28836F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0FA27-7F34-76F5-974E-7B5317C4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A2FCB-FC95-28B4-3A3B-E6395072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2AA40-1C4B-AB7A-BEDF-9850241B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00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2B2D0-2467-64D9-DE56-07F286F7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AF72F-6631-3F09-F149-075247F1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CF83D-997A-4A0B-52CB-F5394C19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7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BF18-C638-0B95-B6EA-415C7CA2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7E532-01BC-600B-0A40-60F256D80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9609F-FF0D-9430-B86B-6B6A274FB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1E03A-378C-A714-D699-D8EF20D8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08367-5681-EA4C-AB03-D82F15E9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E3221-F819-FDEC-C7EE-EAE73B45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9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3C16-2548-0F9F-6C08-789D6D9D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3EE0C-7EB2-8C6D-499D-F46E318B6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2E102-8C41-6F34-81B5-6030E6F69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1C14B-80EF-299E-BCDA-A86B623D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81998-F646-2151-9A41-3A1A67CC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FF101-9769-2F92-021B-16FA4A55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3C8D-790C-1D24-5DA5-DE3B5CE42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F871F-B3D9-946E-4CD3-E432F7AB8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52891-633F-643A-62BA-744C1467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E5529-0B4F-F8B9-5E73-4C72BF2C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3B6E-C34A-A212-8DF0-9675A1FF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01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AB5F56-66DA-3360-DA46-A42E3D139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96CD7E-3DEA-FCC2-AE62-E703039F5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779E-7CF2-7506-F796-3231B3A0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5E23B-2C98-0FDF-34D1-674D2B679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5430B-00A5-A3CC-7FA0-F6C7E792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ADB87F-4EA4-16BA-642D-CBC4B494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63F7B-AD3A-0E2B-94B1-1DB8A7CF1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B1AB2-A3D3-845E-FEBC-03647AF37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022C-906D-4DAE-BBA8-80FA5206189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2BFA8-8DEE-5DF1-7AB2-4D1447F7A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27652-8AAB-C9E2-3EC9-20283235D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70DAD-9431-4A06-A526-390278327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2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8B6004-8CA8-F94B-5F60-164C0336F5DC}"/>
              </a:ext>
            </a:extLst>
          </p:cNvPr>
          <p:cNvSpPr txBox="1"/>
          <p:nvPr/>
        </p:nvSpPr>
        <p:spPr>
          <a:xfrm>
            <a:off x="9442938" y="258618"/>
            <a:ext cx="21444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תפריט מנהל: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AA795-05F4-C098-365E-18FDAF316BF1}"/>
              </a:ext>
            </a:extLst>
          </p:cNvPr>
          <p:cNvSpPr txBox="1"/>
          <p:nvPr/>
        </p:nvSpPr>
        <p:spPr>
          <a:xfrm>
            <a:off x="2537407" y="861973"/>
            <a:ext cx="936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צפיה בכל המשרות: משרות שאושרו והגשת מועמדים למשרה=&gt; הוספת משרה חדשה </a:t>
            </a:r>
            <a:r>
              <a:rPr lang="he-IL" dirty="0">
                <a:sym typeface="Wingdings" panose="05000000000000000000" pitchFamily="2" charset="2"/>
              </a:rPr>
              <a:t> +ענף +מאפיין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FEA76A-75FD-B14C-75A9-C5C9CD4E042C}"/>
              </a:ext>
            </a:extLst>
          </p:cNvPr>
          <p:cNvSpPr txBox="1"/>
          <p:nvPr/>
        </p:nvSpPr>
        <p:spPr>
          <a:xfrm>
            <a:off x="7883422" y="1311440"/>
            <a:ext cx="4017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צפיה בכל החברות =&gt; הוספת חברה חדשה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5AA0B-C5F3-51A1-A3DE-CC2E51E8C9C1}"/>
              </a:ext>
            </a:extLst>
          </p:cNvPr>
          <p:cNvSpPr txBox="1"/>
          <p:nvPr/>
        </p:nvSpPr>
        <p:spPr>
          <a:xfrm>
            <a:off x="8301806" y="1760907"/>
            <a:ext cx="359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צפיה בכל המשרות שלא אושרו ואישורן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74671E-186C-B185-7BF5-DB197792330A}"/>
              </a:ext>
            </a:extLst>
          </p:cNvPr>
          <p:cNvSpPr/>
          <p:nvPr/>
        </p:nvSpPr>
        <p:spPr>
          <a:xfrm>
            <a:off x="2817091" y="2082799"/>
            <a:ext cx="1182255" cy="1293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postList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BC5CCE-6AB4-FF0E-3730-F490CCDF8411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2050473" y="3375890"/>
            <a:ext cx="1357746" cy="692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B14769B-4ECA-3F58-86D6-542F83E2BE7A}"/>
              </a:ext>
            </a:extLst>
          </p:cNvPr>
          <p:cNvSpPr/>
          <p:nvPr/>
        </p:nvSpPr>
        <p:spPr>
          <a:xfrm>
            <a:off x="1459346" y="4068618"/>
            <a:ext cx="1182253" cy="1191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addPost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1AA577-1525-3505-3F5E-57030322B1CB}"/>
              </a:ext>
            </a:extLst>
          </p:cNvPr>
          <p:cNvSpPr/>
          <p:nvPr/>
        </p:nvSpPr>
        <p:spPr>
          <a:xfrm>
            <a:off x="10531939" y="4784436"/>
            <a:ext cx="1182253" cy="1191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A472DFF-9B61-B0F1-94D5-BC7609B68F9A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790545" y="3694546"/>
            <a:ext cx="1228436" cy="1076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29908BD-FBB3-E9FB-2C77-91A783F748BB}"/>
              </a:ext>
            </a:extLst>
          </p:cNvPr>
          <p:cNvSpPr/>
          <p:nvPr/>
        </p:nvSpPr>
        <p:spPr>
          <a:xfrm>
            <a:off x="5167745" y="2058834"/>
            <a:ext cx="1856509" cy="1182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CompaniesList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44A761-68F6-71D8-D8B1-C5960461527C}"/>
              </a:ext>
            </a:extLst>
          </p:cNvPr>
          <p:cNvSpPr/>
          <p:nvPr/>
        </p:nvSpPr>
        <p:spPr>
          <a:xfrm>
            <a:off x="8756072" y="2512291"/>
            <a:ext cx="2068945" cy="11822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noConfirnedPosts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2A1F10-9FE9-0127-0486-2EA6B327441B}"/>
              </a:ext>
            </a:extLst>
          </p:cNvPr>
          <p:cNvCxnSpPr>
            <a:cxnSpLocks/>
          </p:cNvCxnSpPr>
          <p:nvPr/>
        </p:nvCxnSpPr>
        <p:spPr>
          <a:xfrm flipH="1">
            <a:off x="8723833" y="3662341"/>
            <a:ext cx="1098951" cy="1122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2EBB7-4289-2289-DF1D-632D57976667}"/>
              </a:ext>
            </a:extLst>
          </p:cNvPr>
          <p:cNvSpPr/>
          <p:nvPr/>
        </p:nvSpPr>
        <p:spPr>
          <a:xfrm>
            <a:off x="8137236" y="4804536"/>
            <a:ext cx="1182253" cy="1191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addPost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4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8B6004-8CA8-F94B-5F60-164C0336F5DC}"/>
              </a:ext>
            </a:extLst>
          </p:cNvPr>
          <p:cNvSpPr txBox="1"/>
          <p:nvPr/>
        </p:nvSpPr>
        <p:spPr>
          <a:xfrm>
            <a:off x="9568872" y="258618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 dirty="0"/>
              <a:t>תפריט חברה: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AA795-05F4-C098-365E-18FDAF316BF1}"/>
              </a:ext>
            </a:extLst>
          </p:cNvPr>
          <p:cNvSpPr txBox="1"/>
          <p:nvPr/>
        </p:nvSpPr>
        <p:spPr>
          <a:xfrm>
            <a:off x="7647091" y="1130712"/>
            <a:ext cx="396307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e-IL" dirty="0"/>
              <a:t>צפיה בכל המשרות שהחברה הגישה:</a:t>
            </a:r>
          </a:p>
          <a:p>
            <a:pPr algn="r" rtl="1"/>
            <a:endParaRPr lang="en-US" dirty="0"/>
          </a:p>
          <a:p>
            <a:pPr algn="r" rtl="1"/>
            <a:r>
              <a:rPr lang="he-IL" dirty="0"/>
              <a:t>משרות שאושרו </a:t>
            </a:r>
            <a:r>
              <a:rPr lang="he-IL" dirty="0">
                <a:sym typeface="Wingdings" panose="05000000000000000000" pitchFamily="2" charset="2"/>
              </a:rPr>
              <a:t></a:t>
            </a:r>
            <a:r>
              <a:rPr lang="he-IL" dirty="0"/>
              <a:t> כל המועמדים שנרשמו 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הוספת משרה חדשה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he-IL" dirty="0"/>
          </a:p>
          <a:p>
            <a:pPr algn="r" rtl="1"/>
            <a:r>
              <a:rPr lang="he-IL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E5AA0B-C5F3-51A1-A3DE-CC2E51E8C9C1}"/>
              </a:ext>
            </a:extLst>
          </p:cNvPr>
          <p:cNvSpPr txBox="1"/>
          <p:nvPr/>
        </p:nvSpPr>
        <p:spPr>
          <a:xfrm>
            <a:off x="8772116" y="3105834"/>
            <a:ext cx="28970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e-IL" dirty="0"/>
              <a:t>צפיה בכל המשרות שלא אושרו</a:t>
            </a:r>
            <a:endParaRPr lang="en-US" dirty="0"/>
          </a:p>
          <a:p>
            <a:pPr algn="r"/>
            <a:endParaRPr lang="en-US" dirty="0"/>
          </a:p>
          <a:p>
            <a:pPr algn="r"/>
            <a:endParaRPr lang="he-IL" dirty="0"/>
          </a:p>
          <a:p>
            <a:pPr algn="r"/>
            <a:r>
              <a:rPr lang="he-IL" dirty="0"/>
              <a:t>זימון מועמדים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33C0DD-105F-8BA6-134D-A833767B039F}"/>
              </a:ext>
            </a:extLst>
          </p:cNvPr>
          <p:cNvSpPr/>
          <p:nvPr/>
        </p:nvSpPr>
        <p:spPr>
          <a:xfrm>
            <a:off x="222010" y="683880"/>
            <a:ext cx="1579420" cy="1505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postsList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287FC-84CA-1CE4-82B5-0DAE26040893}"/>
              </a:ext>
            </a:extLst>
          </p:cNvPr>
          <p:cNvSpPr/>
          <p:nvPr/>
        </p:nvSpPr>
        <p:spPr>
          <a:xfrm>
            <a:off x="2533806" y="666314"/>
            <a:ext cx="2262909" cy="1505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unConfirmedPosts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FE366E-232A-8576-19FC-3FD948907ADB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1011719" y="2189407"/>
            <a:ext cx="1" cy="1284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AD8F536-DC12-16FD-038E-367A166A795E}"/>
              </a:ext>
            </a:extLst>
          </p:cNvPr>
          <p:cNvSpPr/>
          <p:nvPr/>
        </p:nvSpPr>
        <p:spPr>
          <a:xfrm>
            <a:off x="175436" y="3456602"/>
            <a:ext cx="1579420" cy="13370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3D11CD-C131-4F70-87B5-FC8BDC362E49}"/>
              </a:ext>
            </a:extLst>
          </p:cNvPr>
          <p:cNvSpPr/>
          <p:nvPr/>
        </p:nvSpPr>
        <p:spPr>
          <a:xfrm>
            <a:off x="581836" y="2644607"/>
            <a:ext cx="766617" cy="2517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645634-4315-EBA3-0A9D-48AE9B008144}"/>
              </a:ext>
            </a:extLst>
          </p:cNvPr>
          <p:cNvSpPr/>
          <p:nvPr/>
        </p:nvSpPr>
        <p:spPr>
          <a:xfrm>
            <a:off x="2932885" y="3439036"/>
            <a:ext cx="1464752" cy="1366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addPost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5639DC-EF2B-5226-EDD5-1106A179415B}"/>
              </a:ext>
            </a:extLst>
          </p:cNvPr>
          <p:cNvCxnSpPr>
            <a:cxnSpLocks/>
          </p:cNvCxnSpPr>
          <p:nvPr/>
        </p:nvCxnSpPr>
        <p:spPr>
          <a:xfrm>
            <a:off x="3665260" y="2189407"/>
            <a:ext cx="0" cy="1267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21BCAA-F533-2581-A9C2-D2AEFDDE9189}"/>
              </a:ext>
            </a:extLst>
          </p:cNvPr>
          <p:cNvCxnSpPr>
            <a:stCxn id="2" idx="2"/>
            <a:endCxn id="15" idx="0"/>
          </p:cNvCxnSpPr>
          <p:nvPr/>
        </p:nvCxnSpPr>
        <p:spPr>
          <a:xfrm>
            <a:off x="1011720" y="2189407"/>
            <a:ext cx="2653541" cy="1249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10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15828</TotalTime>
  <Words>70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גרינפלד רבקי</dc:creator>
  <cp:lastModifiedBy>גרינפלד רבקי</cp:lastModifiedBy>
  <cp:revision>2</cp:revision>
  <dcterms:created xsi:type="dcterms:W3CDTF">2026-02-19T12:13:11Z</dcterms:created>
  <dcterms:modified xsi:type="dcterms:W3CDTF">2026-03-09T10:46:28Z</dcterms:modified>
</cp:coreProperties>
</file>